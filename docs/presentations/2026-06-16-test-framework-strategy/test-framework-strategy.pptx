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Вышел в команду ~месяц назад. Сегодня показываю, куда мы движемся с автотестами и почему именно так, даю два плана на 2 недели и проведу короткий воркшоп. Цель — получить решение по направлению.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Вышел в команду ~месяц назад, прошёл онбординг. Следующие две недели целенаправленно собирал информацию: разобрал старый фреймворк, новый репозиторий, всю документацию и устройство бэкенда. Цель встречи — показать, куда движемся с автотестами и почему именно так, дать два плана на 2 недели и провести воркшоп.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Сейчас в репозитории фактически две архитектуры одновременно. Легаси 3-lane в корне — сотни рабочих тестов, это то, что реально гоняется; закалённый, но копит техдолг. Новая feature-first в playwright-e2e — чистая, но молодая, готов один эталонный модуль auth. Вопрос встречи: что делаем дальше с этими двумя.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Построчный перенос легаси — медленно и куча подводных камней: чужие хелперы, неявные зависимости, флаки. Нам дали шанс задать архитектуру с нуля; с ИИ пересобрать на ней быстрее, чем переносить старьё. Из старого берём только flow/намерение — что тест проверяет. Дальше система проверяет, что флоу работают, и сверяет с бэкендом, что flow валиден.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 оркестратор принимает одну фразу намерения и раскладывает на конвейер из 7 шагов, делегируя суб-агентам по ярусам (минимально достаточная модель). Каждый агент — отдельный человекочитаемый файл в .claude/agents/.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слоя защиты: автоматические G1–G3 (нельзя забыть — хуки/CI), агентные процедуры G5–G8 (discovery, сверка с API-спекой, лимит батча), и HITL — CP-3 (план батча) и CP-5 (push/PR). Почему нет G4: это был бывший гейт «делать impact-analysis перед любой правкой»; его убрали 12.06, потому что для TypeScript tsc + тесты (G2+G3) дают тот же сигнал детерминированно, а узкий остаток свернули в G5. Номера G5–G8 не сдвигали, чтобы не ломать ссылки в десятках файлов — поэтому на месте G4 намеренная дырка. Принцип: граф подсказывает, grep подтверждает.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Память — не просто данные. Это один граф, покрывающий и код, и командную память. ГОТОВО уже сейчас: граф собран, git-хук пересобирает его на каждом коммите, и весь бэкенд RemotePass проиндексирован — Graphify понимает продуктовый код, можно спросить перед написанием теста. CI-петля самообучения (PR → ребилд → impact → какие тесты → покрытие растёт) — пока В ПЛАНАХ: не точно по срокам, но обязательно должна быть. Это таргет, к которому идём.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Готово: новая архитектура доказана модулем auth (API+UI); весь бэкенд RemotePass проиндексирован в граф — Graphify понимает продуктовый код; единый конфиг с projects[]; 14 агентов + скиллы, GUARDRAILS и HITL-гейты; граф Graphify (~3.26k узлов) с авто-ребилдом; легаси проинвентаризировано — 681 тест по 7 фичам; scenario-доки и mapping для пилотов. В работе: закалка core, первый батч в масштабе, дизайн CI/CD. Дальше: пилот expenses → масштабирование; CI-петля самообучения как таргет.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— маленькие кирпичики по слоям, чтобы масштабироваться без потери качества. Снизу вверх: Core → Clients/Builders → Flows/Pages → Fixtures → Tests. Главный принцип (SOLID / dependency inversion): core ничего не знает о тестах, тесты знают о core; зависимости строго вниз, без циклов. Один фреймворк на всё: Flows переиспользуются и в API, и в UI; один раннер —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Покажу живьём цепочку на маленькой фиче expenses: легаси-тест → scenario-док (намерение) → architecture-mapping (план) → сгенерированные артефакты по слоям → прогон tsc/теста. Это ровно то, что делает агентный конвейер, только пошагово и наглядно. Открываем файлы по списку в нижней строке.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A (рекомендую): миграция. Неделя 1 — фундамент + пилот expenses end-to-end; неделя 2 — масштаб (параллельные батчи в worktree), ESLint-границы, CI smoke-lane. План B (не рекомендую): остаёмся в легаси и чиним на месте. Важно: ИИ при этом НЕ исчезает — но остаётся только как подписка-ассистент в редакторе (Copilot/Claude), а не полноценная агентная система с оркестратором, гейтами и памятью. Чтобы приблизиться к Плану A, пришлось бы продумывать кастомных агентов под легаси — и непонятно, насколько они помогут без чистых слоёв и графа. Плюс копится техдолг и нет петли самообучения.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Резюме: План A требует чуть больше вложений на старте (фундамент в неделю 1), но даёт масштабируемость, скорость на ИИ и самообучающуюся систему. Прошу решение по направлению; пилот — expenses.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822960"/>
            <a:ext cx="201168" cy="20116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" y="822960"/>
            <a:ext cx="201168" cy="201168"/>
          </a:xfrm>
          <a:prstGeom prst="rect">
            <a:avLst/>
          </a:prstGeom>
          <a:solidFill>
            <a:srgbClr val="233A5C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822960"/>
            <a:ext cx="201168" cy="201168"/>
          </a:xfrm>
          <a:prstGeom prst="rect">
            <a:avLst/>
          </a:prstGeom>
          <a:solidFill>
            <a:srgbClr val="233A5C"/>
          </a:solidFill>
          <a:ln/>
        </p:spPr>
      </p:sp>
      <p:sp>
        <p:nvSpPr>
          <p:cNvPr id="5" name="Shape 3"/>
          <p:cNvSpPr/>
          <p:nvPr/>
        </p:nvSpPr>
        <p:spPr>
          <a:xfrm>
            <a:off x="1499616" y="822960"/>
            <a:ext cx="201168" cy="201168"/>
          </a:xfrm>
          <a:prstGeom prst="rect">
            <a:avLst/>
          </a:prstGeom>
          <a:solidFill>
            <a:srgbClr val="233A5C"/>
          </a:solidFill>
          <a:ln/>
        </p:spPr>
      </p:sp>
      <p:sp>
        <p:nvSpPr>
          <p:cNvPr id="6" name="Shape 4"/>
          <p:cNvSpPr/>
          <p:nvPr/>
        </p:nvSpPr>
        <p:spPr>
          <a:xfrm>
            <a:off x="1810512" y="822960"/>
            <a:ext cx="201168" cy="201168"/>
          </a:xfrm>
          <a:prstGeom prst="rect">
            <a:avLst/>
          </a:prstGeom>
          <a:solidFill>
            <a:srgbClr val="233A5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73736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QA-АВТОМАТИЗАЦИИ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148840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Стратегия тест-фреймворка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66928" y="3200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Миграция на новую архитектуру с агентной системой написания автотестов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5120640"/>
            <a:ext cx="2743200" cy="27432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5303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Dmytro Kuznetsov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QA Automation Engineer · RemotePass · 16.06.2026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Где я сейчас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874520"/>
            <a:ext cx="457200" cy="457200"/>
          </a:xfrm>
          <a:prstGeom prst="ellipse">
            <a:avLst/>
          </a:prstGeom>
          <a:solidFill>
            <a:srgbClr val="15294B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52728" y="1837944"/>
            <a:ext cx="10341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252728" y="2221992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Вышел в команду ~месяц назад, прошёл онбординг.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3200400"/>
            <a:ext cx="457200" cy="457200"/>
          </a:xfrm>
          <a:prstGeom prst="ellipse">
            <a:avLst/>
          </a:prstGeom>
          <a:solidFill>
            <a:srgbClr val="15294B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52728" y="3163824"/>
            <a:ext cx="10341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недели сбора информации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252728" y="3547872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Разобрал старый фреймворк, новый репозиторий, всю документацию и устройство бэкенда.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66928" y="4526280"/>
            <a:ext cx="457200" cy="457200"/>
          </a:xfrm>
          <a:prstGeom prst="ellipse">
            <a:avLst/>
          </a:prstGeom>
          <a:solidFill>
            <a:srgbClr val="15294B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52728" y="4489704"/>
            <a:ext cx="10341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встречи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252728" y="4873752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Показать, куда движемся с автотестами и почему так; дать два плана на 2 недели; провести воркшоп.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69848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ЕСТЬ СЕГОДНЯ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Две архитектуры в одном репозитории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828800"/>
            <a:ext cx="5285232" cy="4023360"/>
          </a:xfrm>
          <a:prstGeom prst="rect">
            <a:avLst/>
          </a:prstGeom>
          <a:solidFill>
            <a:srgbClr val="F1F5F7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" y="1828800"/>
            <a:ext cx="5285232" cy="640080"/>
          </a:xfrm>
          <a:prstGeom prst="rect">
            <a:avLst/>
          </a:prstGeom>
          <a:solidFill>
            <a:srgbClr val="15294B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828800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Легаси 3-lane  ·  корень репо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86968" y="2697480"/>
            <a:ext cx="4690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 · services/api/ · fixtures/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BaseAPI (466 строк): retry, multipart, таймауты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Сотни рабочих тестов — гоняется сегодня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Тяжёлый, закалённый, но копит техдолг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285232" cy="4023360"/>
          </a:xfrm>
          <a:prstGeom prst="rect">
            <a:avLst/>
          </a:prstGeom>
          <a:solidFill>
            <a:srgbClr val="E8F6F4"/>
          </a:solidFill>
          <a:ln w="19050">
            <a:solidFill>
              <a:srgbClr val="0FB5A6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828800"/>
            <a:ext cx="5285232" cy="640080"/>
          </a:xfrm>
          <a:prstGeom prst="rect">
            <a:avLst/>
          </a:prstGeom>
          <a:solidFill>
            <a:srgbClr val="0A8C81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1828800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feature-first  ·  playwright-e2e/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29400" y="2697480"/>
            <a:ext cx="4690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 + modules/&lt;feature&gt;/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· flow · pages · fixtures · builders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конфиг с projects[] — один раннер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Чистая; доказана модулем auth (API + UI)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69848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ТЕЗИС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27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переносить построчно — </a:t>
            </a:r>
            <a:pPr indent="0" marL="0">
              <a:buNone/>
            </a:pPr>
            <a:r>
              <a:rPr lang="en-US" sz="3600" b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пересобирать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на новой архитектуре с ИИ.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3200400"/>
            <a:ext cx="3493008" cy="2377440"/>
          </a:xfrm>
          <a:prstGeom prst="rect">
            <a:avLst/>
          </a:prstGeom>
          <a:solidFill>
            <a:srgbClr val="16263F"/>
          </a:solidFill>
          <a:ln w="12700">
            <a:solidFill>
              <a:srgbClr val="2742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3200400"/>
            <a:ext cx="3493008" cy="73152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29000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Берём только flow / намерение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30358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легаси — что тест проверяет, а не как написан. Это переживает рефакторинг.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4256" y="3200400"/>
            <a:ext cx="3493008" cy="2377440"/>
          </a:xfrm>
          <a:prstGeom prst="rect">
            <a:avLst/>
          </a:prstGeom>
          <a:solidFill>
            <a:srgbClr val="16263F"/>
          </a:solidFill>
          <a:ln w="12700">
            <a:solidFill>
              <a:srgbClr val="2742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4256" y="3200400"/>
            <a:ext cx="3493008" cy="73152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3429000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Проверяем, что флоу работают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4297680"/>
            <a:ext cx="30358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Сгенерированные тесты прогоняются и должны быть зелёными.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3200400"/>
            <a:ext cx="3493008" cy="2377440"/>
          </a:xfrm>
          <a:prstGeom prst="rect">
            <a:avLst/>
          </a:prstGeom>
          <a:solidFill>
            <a:srgbClr val="16263F"/>
          </a:solidFill>
          <a:ln w="12700">
            <a:solidFill>
              <a:srgbClr val="2742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3200400"/>
            <a:ext cx="3493008" cy="73152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3429000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Сверяем с бэкендом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57616" y="4297680"/>
            <a:ext cx="30358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Валиден ли flow: реальные эндпоинты, реальные статусы.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69848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АГЕНТНАЯ СИСТЕМА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Конвейер написания автотестов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27664" cy="777240"/>
          </a:xfrm>
          <a:prstGeom prst="rect">
            <a:avLst/>
          </a:prstGeom>
          <a:solidFill>
            <a:srgbClr val="15294B"/>
          </a:solidFill>
          <a:ln/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83080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Оркестратор</a:t>
            </a:r>
            <a:pPr indent="0" marL="0">
              <a:buNone/>
            </a:pPr>
            <a:r>
              <a:rPr lang="en-US" sz="15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(personal-engineering-orchestrator, Opus) — раскладывает намерение на конвейер и делегирует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971800"/>
            <a:ext cx="1402951" cy="914400"/>
          </a:xfrm>
          <a:prstGeom prst="roundRect">
            <a:avLst>
              <a:gd name="adj" fmla="val 6000"/>
            </a:avLst>
          </a:prstGeom>
          <a:solidFill>
            <a:srgbClr val="E8F6F4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971800"/>
            <a:ext cx="13115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969879" y="29718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71047" y="2971800"/>
            <a:ext cx="1402951" cy="914400"/>
          </a:xfrm>
          <a:prstGeom prst="roundRect">
            <a:avLst>
              <a:gd name="adj" fmla="val 6000"/>
            </a:avLst>
          </a:prstGeom>
          <a:solidFill>
            <a:srgbClr val="E8F6F4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6767" y="2971800"/>
            <a:ext cx="13115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73998" y="29718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75166" y="2971800"/>
            <a:ext cx="1402951" cy="914400"/>
          </a:xfrm>
          <a:prstGeom prst="roundRect">
            <a:avLst>
              <a:gd name="adj" fmla="val 6000"/>
            </a:avLst>
          </a:prstGeom>
          <a:solidFill>
            <a:srgbClr val="E8F6F4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0886" y="2971800"/>
            <a:ext cx="13115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mapping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78117" y="29718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79285" y="2971800"/>
            <a:ext cx="1402951" cy="914400"/>
          </a:xfrm>
          <a:prstGeom prst="roundRect">
            <a:avLst>
              <a:gd name="adj" fmla="val 6000"/>
            </a:avLst>
          </a:prstGeom>
          <a:solidFill>
            <a:srgbClr val="E8F6F4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5005" y="2971800"/>
            <a:ext cx="13115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page-object fixture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82235" y="29718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83403" y="2971800"/>
            <a:ext cx="1402951" cy="914400"/>
          </a:xfrm>
          <a:prstGeom prst="roundRect">
            <a:avLst>
              <a:gd name="adj" fmla="val 6000"/>
            </a:avLst>
          </a:prstGeom>
          <a:solidFill>
            <a:srgbClr val="E8F6F4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9123" y="2971800"/>
            <a:ext cx="13115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86354" y="29718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587522" y="2971800"/>
            <a:ext cx="1402951" cy="914400"/>
          </a:xfrm>
          <a:prstGeom prst="roundRect">
            <a:avLst>
              <a:gd name="adj" fmla="val 6000"/>
            </a:avLst>
          </a:prstGeom>
          <a:solidFill>
            <a:srgbClr val="E8F6F4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3242" y="2971800"/>
            <a:ext cx="13115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990473" y="29718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191641" y="2971800"/>
            <a:ext cx="1402951" cy="914400"/>
          </a:xfrm>
          <a:prstGeom prst="roundRect">
            <a:avLst>
              <a:gd name="adj" fmla="val 6000"/>
            </a:avLst>
          </a:prstGeom>
          <a:solidFill>
            <a:srgbClr val="E8F6F4"/>
          </a:solidFill>
          <a:ln w="12700">
            <a:solidFill>
              <a:srgbClr val="0FB5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37361" y="2971800"/>
            <a:ext cx="13115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389120"/>
            <a:ext cx="128016" cy="457200"/>
          </a:xfrm>
          <a:prstGeom prst="rect">
            <a:avLst/>
          </a:prstGeom>
          <a:solidFill>
            <a:srgbClr val="15294B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4343400"/>
            <a:ext cx="1075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— архитекторы 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· qa-architect · architecture-mapping · migration-reviewer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66928" y="4992624"/>
            <a:ext cx="128016" cy="457200"/>
          </a:xfrm>
          <a:prstGeom prst="rect">
            <a:avLst/>
          </a:prstGeom>
          <a:solidFill>
            <a:srgbClr val="0A8C81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4946904"/>
            <a:ext cx="1075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— воркеры 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repo-intelligence · test-inventory · scenario · page-object/fixture · migration · stabilization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66928" y="5596128"/>
            <a:ext cx="128016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" y="5550408"/>
            <a:ext cx="1075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— утилиты 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personal-memory · docs-knowledge · daily-assistant · english-explanation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69848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ЭТОМУ МОЖНО ДОВЕРЯТЬ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слоя гейтов безопасности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93008" cy="3017520"/>
          </a:xfrm>
          <a:prstGeom prst="rect">
            <a:avLst/>
          </a:prstGeom>
          <a:solidFill>
            <a:srgbClr val="F1F5F7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74520"/>
            <a:ext cx="3493008" cy="73152"/>
          </a:xfrm>
          <a:prstGeom prst="rect">
            <a:avLst/>
          </a:prstGeom>
          <a:solidFill>
            <a:srgbClr val="15294B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4884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60604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G1–G3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31089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Ребилд графа на коммите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--noEmit в pre-commit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Зелёные verify-тесты до коммита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4256" y="1874520"/>
            <a:ext cx="3493008" cy="3017520"/>
          </a:xfrm>
          <a:prstGeom prst="rect">
            <a:avLst/>
          </a:prstGeom>
          <a:solidFill>
            <a:srgbClr val="F1F5F7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874520"/>
            <a:ext cx="3493008" cy="73152"/>
          </a:xfrm>
          <a:prstGeom prst="rect">
            <a:avLst/>
          </a:prstGeom>
          <a:solidFill>
            <a:srgbClr val="0A8C8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214884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Агентные процедуры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08576" y="260604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G5–G8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5152" y="31089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граф + grep перед правкой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Сверка эндпоинтов с API-спекой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батча 3–5 тестов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01584" y="1874520"/>
            <a:ext cx="3493008" cy="3017520"/>
          </a:xfrm>
          <a:prstGeom prst="rect">
            <a:avLst/>
          </a:prstGeom>
          <a:solidFill>
            <a:srgbClr val="F1F5F7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01584" y="1874520"/>
            <a:ext cx="3493008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14884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в петле (HITL)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75904" y="260604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CP-3 · CP-5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31089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CP-3: одобрение плана батча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CP-5: авторизация push / PR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Эскалация при конфликтах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512064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 </a:t>
            </a:r>
            <a:pPr indent="0" marL="0">
              <a:buNone/>
            </a:pPr>
            <a:r>
              <a:rPr lang="en-US" sz="1400" b="1" dirty="0">
                <a:solidFill>
                  <a:srgbClr val="15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подсказывает, grep подтверждает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граф никогда не единственный источник правды.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553212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нет G4: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бывший gate «impact-analysis перед любой правкой» убран в редизайне 12.06 — для TypeScript компилятор + тесты (G2+G3) дают тот же сигнал детерминированно; номера G5–G8 не перенумеровывали, поэтому «дырка» намеренная.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69848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САМООБУЧАЮЩАЯСЯ ПАМЯТЬ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граф знаний: код + память (Graphify)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4846320" cy="3749040"/>
          </a:xfrm>
          <a:prstGeom prst="rect">
            <a:avLst/>
          </a:prstGeom>
          <a:solidFill>
            <a:srgbClr val="F1F5F7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2103120"/>
            <a:ext cx="4297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5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есть сейчас (готово)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покрывает И код, И командную память (решения, домен, сценарии)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бэкенд RemotePass проиндексирован — Graphify понимает продуктовый код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Авто-свежесть: git-хук пересобирает граф на каждом коммите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перед правкой: query_graph · get_neighbors · get_pr_impact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Понимает старый-vs-новый код и blast-radius PR — а не просто хранит текст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52160" y="1828800"/>
            <a:ext cx="574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CI-петля самообучения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0" y="2157984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планируется — не точно по срокам, но обязательно должна быть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2560320"/>
            <a:ext cx="457200" cy="457200"/>
          </a:xfrm>
          <a:prstGeom prst="ellipse">
            <a:avLst/>
          </a:prstGeom>
          <a:solidFill>
            <a:srgbClr val="0A8C81"/>
          </a:solidFill>
          <a:ln w="12700">
            <a:solidFill>
              <a:srgbClr val="0A8C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560320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Влили PR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80760" y="3017520"/>
            <a:ext cx="0" cy="146304"/>
          </a:xfrm>
          <a:prstGeom prst="line">
            <a:avLst/>
          </a:prstGeom>
          <a:noFill/>
          <a:ln w="25400">
            <a:solidFill>
              <a:srgbClr val="CFE3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3163824"/>
            <a:ext cx="457200" cy="457200"/>
          </a:xfrm>
          <a:prstGeom prst="ellipse">
            <a:avLst/>
          </a:prstGeom>
          <a:solidFill>
            <a:srgbClr val="0A8C81"/>
          </a:solidFill>
          <a:ln w="12700">
            <a:solidFill>
              <a:srgbClr val="0A8C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163824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обновился (хук)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080760" y="3621024"/>
            <a:ext cx="0" cy="146304"/>
          </a:xfrm>
          <a:prstGeom prst="line">
            <a:avLst/>
          </a:prstGeom>
          <a:noFill/>
          <a:ln w="25400">
            <a:solidFill>
              <a:srgbClr val="CFE3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3767328"/>
            <a:ext cx="457200" cy="457200"/>
          </a:xfrm>
          <a:prstGeom prst="ellipse">
            <a:avLst/>
          </a:prstGeom>
          <a:solidFill>
            <a:srgbClr val="0A8C81"/>
          </a:solidFill>
          <a:ln w="12700">
            <a:solidFill>
              <a:srgbClr val="0A8C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3767328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impact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80760" y="4224528"/>
            <a:ext cx="0" cy="146304"/>
          </a:xfrm>
          <a:prstGeom prst="line">
            <a:avLst/>
          </a:prstGeom>
          <a:noFill/>
          <a:ln w="25400">
            <a:solidFill>
              <a:srgbClr val="CF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4370832"/>
            <a:ext cx="457200" cy="457200"/>
          </a:xfrm>
          <a:prstGeom prst="ellipse">
            <a:avLst/>
          </a:prstGeom>
          <a:solidFill>
            <a:srgbClr val="0A8C81"/>
          </a:solidFill>
          <a:ln w="12700">
            <a:solidFill>
              <a:srgbClr val="0A8C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437083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Понимаем, какие тесты гонять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080760" y="4828032"/>
            <a:ext cx="0" cy="146304"/>
          </a:xfrm>
          <a:prstGeom prst="line">
            <a:avLst/>
          </a:prstGeom>
          <a:noFill/>
          <a:ln w="25400">
            <a:solidFill>
              <a:srgbClr val="CFE3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4974336"/>
            <a:ext cx="457200" cy="457200"/>
          </a:xfrm>
          <a:prstGeom prst="ellipse">
            <a:avLst/>
          </a:prstGeom>
          <a:solidFill>
            <a:srgbClr val="0A8C81"/>
          </a:solidFill>
          <a:ln w="12700">
            <a:solidFill>
              <a:srgbClr val="0A8C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92240" y="4974336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растёт → следующая миграция быстрее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1069848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ПО ФАКТУ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Статус: готово / в работе / дальше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93008" cy="4343400"/>
          </a:xfrm>
          <a:prstGeom prst="rect">
            <a:avLst/>
          </a:prstGeom>
          <a:solidFill>
            <a:srgbClr val="F1F5F7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83080"/>
            <a:ext cx="3493008" cy="548640"/>
          </a:xfrm>
          <a:prstGeom prst="rect">
            <a:avLst/>
          </a:prstGeom>
          <a:solidFill>
            <a:srgbClr val="0A8C8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830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77824" y="2496312"/>
            <a:ext cx="2907792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архитектура доказана модулем auth (API + UI)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бэкенд RemotePass проиндексирован в граф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конфиг с projects[] — один раннер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агентов + скиллы, GUARDRAILS и HITL-гейты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Graphify (~3.26k узлов) + авто-ребилд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Легаси: 681 тест / 7 фич (проинвентаризировано)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Scenario-доки + mapping для пилотов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4256" y="1783080"/>
            <a:ext cx="3493008" cy="4343400"/>
          </a:xfrm>
          <a:prstGeom prst="rect">
            <a:avLst/>
          </a:prstGeom>
          <a:solidFill>
            <a:srgbClr val="F1F5F7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34256" y="1783080"/>
            <a:ext cx="3493008" cy="548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4608576" y="17830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45152" y="2496312"/>
            <a:ext cx="2907792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Закалка core (retry / multipart / таймауты)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реальный батч миграции в масштабе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CI/CD (smoke-lane как первая цель)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783080"/>
            <a:ext cx="3493008" cy="4343400"/>
          </a:xfrm>
          <a:prstGeom prst="rect">
            <a:avLst/>
          </a:prstGeom>
          <a:solidFill>
            <a:srgbClr val="F1F5F7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783080"/>
            <a:ext cx="3493008" cy="548640"/>
          </a:xfrm>
          <a:prstGeom prst="rect">
            <a:avLst/>
          </a:prstGeom>
          <a:solidFill>
            <a:srgbClr val="15294B"/>
          </a:solidFill>
          <a:ln/>
        </p:spPr>
      </p:sp>
      <p:sp>
        <p:nvSpPr>
          <p:cNvPr id="14" name="Text 12"/>
          <p:cNvSpPr/>
          <p:nvPr/>
        </p:nvSpPr>
        <p:spPr>
          <a:xfrm>
            <a:off x="8375904" y="17830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2496312"/>
            <a:ext cx="2907792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Пилотный батч миграции (expenses) end-to-end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по фичам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69848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Слои-кирпичики: масштаб без потери качества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7498080" cy="676656"/>
          </a:xfrm>
          <a:prstGeom prst="rect">
            <a:avLst/>
          </a:prstGeom>
          <a:solidFill>
            <a:srgbClr val="EAF1F4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7452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10128" y="187452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спецификация: объявить · выполнить · проверить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660904"/>
            <a:ext cx="7498080" cy="676656"/>
          </a:xfrm>
          <a:prstGeom prst="rect">
            <a:avLst/>
          </a:prstGeom>
          <a:solidFill>
            <a:srgbClr val="DCEAEE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66090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10128" y="266090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· инъекция · авто-очистка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447288"/>
            <a:ext cx="7498080" cy="676656"/>
          </a:xfrm>
          <a:prstGeom prst="rect">
            <a:avLst/>
          </a:prstGeom>
          <a:solidFill>
            <a:srgbClr val="CFE3E6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44728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/ Pages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10128" y="3447288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бизнес-сценарии (Facade) · UI (POM v4, без expect)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233672"/>
            <a:ext cx="7498080" cy="676656"/>
          </a:xfrm>
          <a:prstGeom prst="rect">
            <a:avLst/>
          </a:prstGeom>
          <a:solidFill>
            <a:srgbClr val="BFD8DC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23367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/ Builders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0128" y="423367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метод = 1 запрос (typed) · тест-данные без HTTP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020056"/>
            <a:ext cx="7498080" cy="676656"/>
          </a:xfrm>
          <a:prstGeom prst="rect">
            <a:avLst/>
          </a:prstGeom>
          <a:solidFill>
            <a:srgbClr val="AECDD2"/>
          </a:solidFill>
          <a:ln w="12700">
            <a:solidFill>
              <a:srgbClr val="DB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02005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10128" y="50200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· config · types · BasePage — ничего не знает о тестах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85048" y="1965960"/>
            <a:ext cx="0" cy="3639312"/>
          </a:xfrm>
          <a:prstGeom prst="line">
            <a:avLst/>
          </a:prstGeom>
          <a:noFill/>
          <a:ln w="31750">
            <a:solidFill>
              <a:srgbClr val="0A8C8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494776" y="3236976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вниз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(DAG)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92640" y="18745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/ DAG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0" y="2203704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ничего не знает о тестах; тесты знают о core. Без циклов.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92640" y="317296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Кирпичики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92640" y="3502152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фича = модуль той же формы; mergeTests для композиции.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92640" y="4471416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фреймворк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92640" y="4800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переиспользуются в API и UI; один раннер — Playwright.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069848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ВОРКШОП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 тест-кейса в автотест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Кейс: </a:t>
            </a:r>
            <a:pPr indent="0" marL="0">
              <a:buNone/>
            </a:pPr>
            <a:r>
              <a:rPr lang="en-US" sz="1500" b="1" dirty="0">
                <a:solidFill>
                  <a:srgbClr val="0A8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expenses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7 тестов, нет блокеров, scenario-док и mapping уже есть.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1876349" cy="1371600"/>
          </a:xfrm>
          <a:prstGeom prst="rect">
            <a:avLst/>
          </a:prstGeom>
          <a:solidFill>
            <a:srgbClr val="F1F5F7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76502" y="2633472"/>
            <a:ext cx="457200" cy="457200"/>
          </a:xfrm>
          <a:prstGeom prst="ellipse">
            <a:avLst/>
          </a:prstGeom>
          <a:solidFill>
            <a:srgbClr val="15294B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6502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3127248"/>
            <a:ext cx="16934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Легаси-тест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3493008"/>
            <a:ext cx="1693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есть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43277" y="246888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54757" y="2468880"/>
            <a:ext cx="1876349" cy="1371600"/>
          </a:xfrm>
          <a:prstGeom prst="rect">
            <a:avLst/>
          </a:prstGeom>
          <a:solidFill>
            <a:srgbClr val="F1F5F7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4331" y="2633472"/>
            <a:ext cx="457200" cy="457200"/>
          </a:xfrm>
          <a:prstGeom prst="ellipse">
            <a:avLst/>
          </a:prstGeom>
          <a:solidFill>
            <a:srgbClr val="15294B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4331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46197" y="3127248"/>
            <a:ext cx="16934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46197" y="3493008"/>
            <a:ext cx="1693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проверяем (намерение)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31106" y="246888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42586" y="2468880"/>
            <a:ext cx="1876349" cy="1371600"/>
          </a:xfrm>
          <a:prstGeom prst="rect">
            <a:avLst/>
          </a:prstGeom>
          <a:solidFill>
            <a:srgbClr val="F1F5F7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2633472"/>
            <a:ext cx="457200" cy="457200"/>
          </a:xfrm>
          <a:prstGeom prst="ellipse">
            <a:avLst/>
          </a:prstGeom>
          <a:solidFill>
            <a:srgbClr val="15294B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34026" y="3127248"/>
            <a:ext cx="16934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4026" y="3493008"/>
            <a:ext cx="1693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это ложится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18934" y="246888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430414" y="2468880"/>
            <a:ext cx="1876349" cy="1371600"/>
          </a:xfrm>
          <a:prstGeom prst="rect">
            <a:avLst/>
          </a:prstGeom>
          <a:solidFill>
            <a:srgbClr val="F1F5F7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9989" y="2633472"/>
            <a:ext cx="457200" cy="457200"/>
          </a:xfrm>
          <a:prstGeom prst="ellipse">
            <a:avLst/>
          </a:prstGeom>
          <a:solidFill>
            <a:srgbClr val="15294B"/>
          </a:solidFill>
          <a:ln w="12700">
            <a:solidFill>
              <a:srgbClr val="1529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9989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21854" y="3127248"/>
            <a:ext cx="16934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Артефакты по слоям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21854" y="3493008"/>
            <a:ext cx="1693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· flow · page · test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06763" y="246888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718243" y="2468880"/>
            <a:ext cx="1876349" cy="1371600"/>
          </a:xfrm>
          <a:prstGeom prst="rect">
            <a:avLst/>
          </a:prstGeom>
          <a:solidFill>
            <a:srgbClr val="E8F6F4"/>
          </a:solidFill>
          <a:ln w="19050">
            <a:solidFill>
              <a:srgbClr val="0FB5A6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427818" y="2633472"/>
            <a:ext cx="457200" cy="457200"/>
          </a:xfrm>
          <a:prstGeom prst="ellipse">
            <a:avLst/>
          </a:prstGeom>
          <a:solidFill>
            <a:srgbClr val="0A8C81"/>
          </a:solidFill>
          <a:ln w="12700">
            <a:solidFill>
              <a:srgbClr val="0A8C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7818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809683" y="3127248"/>
            <a:ext cx="16934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Прогон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09683" y="3493008"/>
            <a:ext cx="1693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+ test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448056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«ручная» версия одного прохода агентного конвейера. HITL: CP-3 перед батчем, CP-5 перед push.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" y="507492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Открываем по списку:  expense-crud.spec.ts  →  scenarios/expenses.md  →  architecture-mapping.md  →  modules/expenses/*  →  npm run typecheck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069848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Две развилки на 2 недели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285232" cy="4114800"/>
          </a:xfrm>
          <a:prstGeom prst="rect">
            <a:avLst/>
          </a:prstGeom>
          <a:solidFill>
            <a:srgbClr val="E8F6F4"/>
          </a:solidFill>
          <a:ln w="25400">
            <a:solidFill>
              <a:srgbClr val="0FB5A6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28800"/>
            <a:ext cx="5285232" cy="685800"/>
          </a:xfrm>
          <a:prstGeom prst="rect">
            <a:avLst/>
          </a:prstGeom>
          <a:solidFill>
            <a:srgbClr val="0A8C8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28800"/>
            <a:ext cx="4736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A — миграция   </a:t>
            </a:r>
            <a:pPr indent="0" marL="0">
              <a:buNone/>
            </a:pPr>
            <a:r>
              <a:rPr lang="en-US" sz="1700" dirty="0">
                <a:solidFill>
                  <a:srgbClr val="D7F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рекомендую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77824" y="2697480"/>
            <a:ext cx="46817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5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1 — фундамент + пилот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CP-3/CP-5 · закалка core · worker-фикстура · пилот expenses end-to-end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5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2 — масштаб + guardrails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Параллельные батчи (worktree) · ESLint-границы · CI smoke-lane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85232" cy="4114800"/>
          </a:xfrm>
          <a:prstGeom prst="rect">
            <a:avLst/>
          </a:prstGeom>
          <a:solidFill>
            <a:srgbClr val="F1F5F7"/>
          </a:solidFill>
          <a:ln w="12700">
            <a:solidFill>
              <a:srgbClr val="DB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E1B2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828800"/>
            <a:ext cx="5285232" cy="6858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28800"/>
            <a:ext cx="4736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B — чинить легаси   </a:t>
            </a:r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рекомендую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0256" y="2697480"/>
            <a:ext cx="46817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Остаёмся в текущем 3-lane репо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Разрулить путаницу двух архитектур · дедуп · pre-commit tsc/lint · фикс flaky · перенос вручную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5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остаётся — но только как подписка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Ассистент в редакторе (Copilot/Claude), не агентная система. Кастомных агентов ещё надо продумать — как помогут, под вопросом.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Минусы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Техдолг копится · нет петли самообучения · медленно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69848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280160"/>
            <a:ext cx="201168" cy="20116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" y="1280160"/>
            <a:ext cx="201168" cy="201168"/>
          </a:xfrm>
          <a:prstGeom prst="rect">
            <a:avLst/>
          </a:prstGeom>
          <a:solidFill>
            <a:srgbClr val="233A5C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280160"/>
            <a:ext cx="201168" cy="201168"/>
          </a:xfrm>
          <a:prstGeom prst="rect">
            <a:avLst/>
          </a:prstGeom>
          <a:solidFill>
            <a:srgbClr val="233A5C"/>
          </a:solidFill>
          <a:ln/>
        </p:spPr>
      </p:sp>
      <p:sp>
        <p:nvSpPr>
          <p:cNvPr id="5" name="Shape 3"/>
          <p:cNvSpPr/>
          <p:nvPr/>
        </p:nvSpPr>
        <p:spPr>
          <a:xfrm>
            <a:off x="1499616" y="1280160"/>
            <a:ext cx="201168" cy="201168"/>
          </a:xfrm>
          <a:prstGeom prst="rect">
            <a:avLst/>
          </a:prstGeom>
          <a:solidFill>
            <a:srgbClr val="233A5C"/>
          </a:solidFill>
          <a:ln/>
        </p:spPr>
      </p:sp>
      <p:sp>
        <p:nvSpPr>
          <p:cNvPr id="6" name="Shape 4"/>
          <p:cNvSpPr/>
          <p:nvPr/>
        </p:nvSpPr>
        <p:spPr>
          <a:xfrm>
            <a:off x="1810512" y="1280160"/>
            <a:ext cx="201168" cy="201168"/>
          </a:xfrm>
          <a:prstGeom prst="rect">
            <a:avLst/>
          </a:prstGeom>
          <a:solidFill>
            <a:srgbClr val="233A5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0116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ЗАПРОС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468880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Go-ahead на </a:t>
            </a:r>
            <a:pPr indent="0" marL="0">
              <a:buNone/>
            </a:pPr>
            <a:r>
              <a:rPr lang="en-US" sz="4400" b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 A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66928" y="3566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— фича expenses, end-to-end через агентный конвейер.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4754880"/>
            <a:ext cx="2743200" cy="27432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 нуля + ИИ — быстрее, чем перенос; масштаб без потери качества.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Стратегия тест-фреймворка</dc:title>
  <dc:subject>PptxGenJS Presentation</dc:subject>
  <dc:creator>Dmytro Kuznetsov</dc:creator>
  <cp:lastModifiedBy>Dmytro Kuznetsov</cp:lastModifiedBy>
  <cp:revision>1</cp:revision>
  <dcterms:created xsi:type="dcterms:W3CDTF">2026-06-16T11:19:29Z</dcterms:created>
  <dcterms:modified xsi:type="dcterms:W3CDTF">2026-06-16T11:19:29Z</dcterms:modified>
</cp:coreProperties>
</file>